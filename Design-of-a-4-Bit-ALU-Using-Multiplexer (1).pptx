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Familjen Grotesk SemiBold"/>
      <p:regular r:id="rId201314"/>
    </p:embeddedFont>
    <p:embeddedFont>
      <p:font typeface="IBM Plex Mono"/>
      <p:regular r:id="rId201315"/>
    </p:embeddedFont>
    <p:embeddedFont>
      <p:font typeface="IBM Plex Mono Bold"/>
      <p:regular r:id="rId201316"/>
    </p:embeddedFont>
    <p:embeddedFont>
      <p:font typeface="Wix Madefor Text"/>
      <p:regular r:id="rId201317"/>
    </p:embeddedFont>
    <p:embeddedFont>
      <p:font typeface="Wix Madefor Tex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C8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E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559" cy="685800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2311342" y="1222038"/>
            <a:ext cx="970255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DESIGN AND COMPUTER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311342" y="1588791"/>
            <a:ext cx="9092973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Design of a 4-Bit ALU Using Multiplexer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2311342" y="3542586"/>
            <a:ext cx="970255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AND, OR and Set-Less-Than (SLT)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11342" y="3990181"/>
            <a:ext cx="3000498" cy="38100"/>
          </a:xfrm>
          <a:prstGeom prst="roundRect">
            <a:avLst>
              <a:gd name="adj" fmla="val 49999"/>
            </a:avLst>
          </a:prstGeom>
          <a:solidFill>
            <a:srgbClr val="0E3A52"/>
          </a:solidFill>
          <a:ln/>
        </p:spPr>
      </p:sp>
      <p:sp>
        <p:nvSpPr>
          <p:cNvPr id="7" name="Text 5"/>
          <p:cNvSpPr/>
          <p:nvPr/>
        </p:nvSpPr>
        <p:spPr>
          <a:xfrm>
            <a:off x="2311342" y="4231481"/>
            <a:ext cx="4470288" cy="201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Team Members: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 2620030210 - Amulya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2620030208 - V.Vaishnavi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2620030209 - S.Akshaya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2620030205 - Jasmitha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Section: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 [S4 ]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34027" y="4231481"/>
            <a:ext cx="4470288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Subject: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 Digital Design and Computer Architecture (DDCA)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Faculty Guide: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 Tanmoya mam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College Name: KLH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636937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58152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726761"/>
            <a:ext cx="11277318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 4-bit ALU combines three operations under one control interface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3407333"/>
            <a:ext cx="502907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Supported operations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189" y="4068842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An Arithmetic Logic Unit is a CPU component that performs arithmetic and logical operations on binary data.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89" y="4720828"/>
            <a:ext cx="5029074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AND: bitwise logic on two 4-bit inputs.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OR: bitwise logic on two 4-bit inputs.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SLT: unsigned comparison of A and 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189" y="5719445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multiplexer selects the required result using two control signals, S1 and S0.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05432" y="3917119"/>
            <a:ext cx="502907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705432" y="4574183"/>
            <a:ext cx="5029074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Design a 4-bit ALU using basic digital logic.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Implement AND and OR for two 4-bit inputs.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Compare unsigned 4-bit values using SLT.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Verify the circuit in Logisim or Logisim Evolution.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7895" y="6542286"/>
            <a:ext cx="287895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Design of a 4-Bit ALU Using Multiplexer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66663" y="6542286"/>
            <a:ext cx="32503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8152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OPERATIONS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25252"/>
            <a:ext cx="11277318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AND and OR are bitwise; SLT compares the full unsigned values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1386761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Each operation produces a 4-bit candidate result. The multiplexer later chooses which candidate reaches Y[3:0].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1789906"/>
            <a:ext cx="3657509" cy="1678087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021537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783" y="2454751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Each output bit is 1 only when both corresponding input bits are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783" y="3053715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Y[i] = A[i] AND B[i]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67093" y="1789906"/>
            <a:ext cx="3657509" cy="1678087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88" y="2021537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95688" y="2454751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Each output bit is 1 when at least one corresponding input bit is 1.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5688" y="3053715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Y[i] = A[i] OR B[i]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76998" y="1789906"/>
            <a:ext cx="3657509" cy="1678087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4" name="Text 12"/>
          <p:cNvSpPr/>
          <p:nvPr/>
        </p:nvSpPr>
        <p:spPr>
          <a:xfrm>
            <a:off x="8305592" y="2021537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Unsigned SLT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05592" y="2454751"/>
            <a:ext cx="320032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If A &lt; B, output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0001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; otherwise output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0000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. SLT is a magnitude comparison, not a bitwise operation.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189" y="3778014"/>
            <a:ext cx="11277318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Operation selection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4435078"/>
          <a:ext cx="11277318" cy="914400"/>
        </p:xfrm>
        <a:graphic>
          <a:graphicData uri="http://schemas.openxmlformats.org/drawingml/2006/table">
            <a:tbl>
              <a:tblPr/>
              <a:tblGrid>
                <a:gridCol w="1353246"/>
                <a:gridCol w="1353246"/>
                <a:gridCol w="3044804"/>
                <a:gridCol w="552602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29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S1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29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S0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29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Selected operation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29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Output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AND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A AND B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OR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A OR B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SLT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0001 if A &lt; B, otherwise 0000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Reserved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72525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Unspecified; do not use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77895" y="6542286"/>
            <a:ext cx="287895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Design of a 4-Bit ALU Using Multiplexer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861900" y="6542286"/>
            <a:ext cx="32979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92325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90597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LOGISIM IMPLEMENTATION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785495"/>
            <a:ext cx="1127731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Logisim implementation uses parallel logic and a 4-bit multiplexer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189" y="1358186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All candidate results are computed before the selected result is displayed.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189" y="3216932"/>
            <a:ext cx="502907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Required components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189" y="3873996"/>
            <a:ext cx="5029074" cy="171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Two 4-bit inputs: A[3:0] and B[3:0]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Four 2-input AND gates and four 2-input OR gates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unsigned 4-bit magnitude comparator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Logic that converts A &lt; B into 0001 or 0000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4-bit-wide 4-to-1 multiplexer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Two select signals, S1 and S0, and a 4-bit output Y[3:0]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05432" y="2862721"/>
            <a:ext cx="502907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Working sequence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705432" y="3519785"/>
            <a:ext cx="5029074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Enter two 4-bit binary values.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Compute AND and OR results in parallel.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Compare A and B as unsigned values.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Form the four-bit SLT result.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Select the result with S1S0 and display Y[3:0].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05432" y="5104983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Implementation placeholder: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 [INSERT GENUINE LOGISIM CIRCUIT SCREENSHOT HERE]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05432" y="5757922"/>
            <a:ext cx="54862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F2229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Reference only; complete implementation and verification in Logisim.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77895" y="6542286"/>
            <a:ext cx="287895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Design of a 4-Bit ALU Using Multiplexer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54757" y="6542286"/>
            <a:ext cx="33693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805321"/>
            <a:ext cx="11277318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Expected outputs are ready for verification in Logisim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189" y="1466830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For each test, S1S0 = 00 selects AND, 01 selects OR, 10 selects SLT, and 11 has no defined functional result.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189" y="1869976"/>
            <a:ext cx="3657509" cy="2881709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101607"/>
            <a:ext cx="32003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Control selection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783" y="2530376"/>
          <a:ext cx="3200320" cy="914400"/>
        </p:xfrm>
        <a:graphic>
          <a:graphicData uri="http://schemas.openxmlformats.org/drawingml/2006/table">
            <a:tbl>
              <a:tblPr/>
              <a:tblGrid>
                <a:gridCol w="1120032"/>
                <a:gridCol w="208028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S1S0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Operation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AND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OR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SLT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Reserved/Unused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419489" y="1869976"/>
            <a:ext cx="7315017" cy="2881709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8" name="Text 5"/>
          <p:cNvSpPr/>
          <p:nvPr/>
        </p:nvSpPr>
        <p:spPr>
          <a:xfrm>
            <a:off x="4648084" y="2101607"/>
            <a:ext cx="68578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Expected test cases — pending Logisim verification</a:t>
            </a:r>
            <a:endParaRPr lang="en-US" sz="2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8084" y="2530376"/>
          <a:ext cx="6857829" cy="914400"/>
        </p:xfrm>
        <a:graphic>
          <a:graphicData uri="http://schemas.openxmlformats.org/drawingml/2006/table">
            <a:tbl>
              <a:tblPr/>
              <a:tblGrid>
                <a:gridCol w="629502"/>
                <a:gridCol w="1285942"/>
                <a:gridCol w="1285048"/>
                <a:gridCol w="1219344"/>
                <a:gridCol w="1218549"/>
                <a:gridCol w="121944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Test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A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B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AND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OR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SLT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0101 (5)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0011 (3)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0111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2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0010 (2)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0110 (6)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0010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0110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3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1111 (15)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1111 (15)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1111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1111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4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0000 (0)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0001 (1)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0000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0001</a:t>
                      </a:r>
                      <a:endParaRPr lang="en-US" sz="14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189" y="4910435"/>
            <a:ext cx="11277318" cy="693341"/>
          </a:xfrm>
          <a:prstGeom prst="roundRect">
            <a:avLst>
              <a:gd name="adj" fmla="val 10770"/>
            </a:avLst>
          </a:prstGeom>
          <a:solidFill>
            <a:srgbClr val="D3EBF8"/>
          </a:solidFill>
          <a:ln/>
        </p:spPr>
      </p:sp>
      <p:sp>
        <p:nvSpPr>
          <p:cNvPr id="11" name="Text 7"/>
          <p:cNvSpPr/>
          <p:nvPr/>
        </p:nvSpPr>
        <p:spPr>
          <a:xfrm>
            <a:off x="634984" y="5137130"/>
            <a:ext cx="1153131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Wix Madefor Text Bold" pitchFamily="34" charset="0"/>
                <a:ea typeface="Wix Madefor Text Bold" pitchFamily="34" charset="-122"/>
                <a:cs typeface="Wix Madefor Text Bold" pitchFamily="34" charset="-120"/>
              </a:rPr>
              <a:t>Simulation placeholder: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 [INSERT GENUINE LOGISIM SIMULATION SCREENSHOT HERE]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77895" y="6542286"/>
            <a:ext cx="287895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Design of a 4-Bit ALU Using Multiplexer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862694" y="6542286"/>
            <a:ext cx="32900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16953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3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 · FUTURE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284052"/>
            <a:ext cx="11277318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The design demonstrates combinational logic and controlled result selection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2473226"/>
            <a:ext cx="3721503" cy="38100"/>
          </a:xfrm>
          <a:prstGeom prst="roundRect">
            <a:avLst>
              <a:gd name="adj" fmla="val 49999"/>
            </a:avLst>
          </a:prstGeom>
          <a:solidFill>
            <a:srgbClr val="0E3A52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2714526"/>
            <a:ext cx="3555911" cy="2719784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946157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783" y="3374926"/>
            <a:ext cx="3098722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conceptual 4-bit ALU supports AND, OR, and unsigned SLT.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Two control signals select the required result.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Logisim can be used for implementation and verification.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7892" y="2714526"/>
            <a:ext cx="3555911" cy="2719784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946157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46486" y="3374926"/>
            <a:ext cx="3098722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CPU and processor datapaths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Digital electronics and computer architecture education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Embedded-system learning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78595" y="2714526"/>
            <a:ext cx="3555911" cy="2719784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2" name="Text 10"/>
          <p:cNvSpPr/>
          <p:nvPr/>
        </p:nvSpPr>
        <p:spPr>
          <a:xfrm>
            <a:off x="8407190" y="2946157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Future improvements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07190" y="3374926"/>
            <a:ext cx="3098722" cy="137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Addition and subtraction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XOR and NOT operations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8-bit or 16-bit inputs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Integration into a simple processor datapath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1291233"/>
            <a:ext cx="11429714" cy="228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80990" y="4025044"/>
            <a:ext cx="11429714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0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0" y="1196975"/>
            <a:ext cx="12191695" cy="6350"/>
          </a:xfrm>
          <a:prstGeom prst="line">
            <a:avLst/>
          </a:prstGeom>
          <a:solidFill>
            <a:srgbClr val="FFFFFF"/>
          </a:solidFill>
          <a:ln w="25400">
            <a:solidFill>
              <a:srgbClr val="E866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7219769" y="3416300"/>
            <a:ext cx="6848304" cy="6350"/>
          </a:xfrm>
          <a:prstGeom prst="line">
            <a:avLst/>
          </a:prstGeom>
          <a:solidFill>
            <a:srgbClr val="FFFFFF"/>
          </a:solidFill>
          <a:ln w="25400">
            <a:solidFill>
              <a:srgbClr val="E866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2026-10-15T07:00:03Z</dcterms:created>
  <dcterms:modified xsi:type="dcterms:W3CDTF">2026-10-15T07:00:03Z</dcterms:modified>
</cp:coreProperties>
</file>